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AI for Product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How tools like Ona transform daily PO workflows — with real examples from 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7171"/>
                </a:solidFill>
              </a:defRPr>
            </a:pPr>
            <a:r>
              <a:t>The PO Challenge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Hours spent on status reports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Manually pulling Jira data, formatting slides, copy-pasting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562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Context switching kills focus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Jumping between Jira, Confluence, PDFs, email, Slack for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0370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Dependency on engineering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Need dev help for integrations, data exports, or any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511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Knowledge trapped in documents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Critical info buried in 300-page PDFs nobody has time to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98647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Decisions lack traceability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Analysis and rationale lost in chat threads and meeting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43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What AI Enables for 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Natural language queries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Ask "show me blocked items" instead of building JQL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8562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Instant visual reports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Request a sprint slide, get a presentation-ready image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20370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Document intelligence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Upload product docs — AI reads, cross-references, answers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511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Zero-code integrations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Connect to Jira, build automations, generate reports — no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98647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Terminology &amp; UX review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AI maps UI strings to documentation and suggests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143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</a:defRPr>
            </a:pPr>
            <a:r>
              <a:t>Why 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Secure &amp; isolated environments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Secrets never leave your infrastructure, compliant for healthcare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8562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Jira &amp; Atlassian built-in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Native integration with Jira Cloud, Confluence, and Atlassian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20370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Git-backed traceability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Every action and artifact is automatically version-controlled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511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Works with your documents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Upload PDFs, User Guides, release notes — AI indexes and searches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898647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EBF5"/>
                </a:solidFill>
              </a:defRPr>
            </a:pPr>
            <a:r>
              <a:t>&gt; No setup required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   Cloud environments ready in seconds, no local installation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</a:defRPr>
            </a:pPr>
            <a:r>
              <a:t>Real Examples from Today's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11879"/>
            <a:ext cx="4434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611879"/>
            <a:ext cx="44348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BF5"/>
                </a:solidFill>
              </a:defRPr>
            </a:pPr>
            <a:r>
              <a:t>Sprint Status in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31920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</a:defRPr>
            </a:pPr>
            <a:r>
              <a:t>"Give me the current sprint status for POCM"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60520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Connected to navify.atlassian.net automatically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Found active sprint: nPOCOs/PI-07/Sprint-3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Analyzed 121 issues: status, workload, blockers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Generated a visual slide ready for presentation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Identified risks: 41% unassigned, 5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5257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</a:defRPr>
            </a:pPr>
            <a:r>
              <a:t>~3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611879"/>
            <a:ext cx="4434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3611879"/>
            <a:ext cx="44348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703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BF5"/>
                </a:solidFill>
              </a:defRPr>
            </a:pPr>
            <a:r>
              <a:t>Terminology Review from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931920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A5FA"/>
                </a:solidFill>
              </a:defRPr>
            </a:pPr>
            <a:r>
              <a:t>"What do these 5 strings mean in the Result Matcher?"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160520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Searched the 300+ page nPOCOS User Guide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Found exact section (pages 261-262) with definitions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Mapped each string to its official User Guide name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Explained functional meaning for each parameter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Provided rename suggestions for terminology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257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0A5FA"/>
                </a:solidFill>
              </a:defRPr>
            </a:pPr>
            <a:r>
              <a:t>~2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3611879"/>
            <a:ext cx="4434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92640" y="3611879"/>
            <a:ext cx="44348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703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BF5"/>
                </a:solidFill>
              </a:defRPr>
            </a:pPr>
            <a:r>
              <a:t>Full Jira API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931920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84FC"/>
                </a:solidFill>
              </a:defRPr>
            </a:pPr>
            <a:r>
              <a:t>"I need to integrate with Jira through API"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160520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Built complete Python client with auth &amp; retries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Implemented CRUD, JQL search, sprints, webhooks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Configured for navify.atlassian.net securely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Created 24 automated tests (85% coverage)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</a:defRPr>
            </a:pPr>
            <a:r>
              <a:t>&gt;  5 ready-to-use example scripts for PO workflows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21640" y="5257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84FC"/>
                </a:solidFill>
              </a:defRPr>
            </a:pPr>
            <a:r>
              <a:t>~15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BF5"/>
                </a:solidFill>
              </a:defRPr>
            </a:pPr>
            <a:r>
              <a:t>Impact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less time on reporting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lines of code by PO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59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84FC"/>
                </a:solidFill>
              </a:defRPr>
            </a:pPr>
            <a:r>
              <a:t>300+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doc pages searchable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</a:defRPr>
            </a:pPr>
            <a:r>
              <a:t>415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Jira projects accessible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</a:defRPr>
            </a:pPr>
            <a:r>
              <a:t>24/24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tests passing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618720" y="5760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92334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7101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</a:defRPr>
            </a:pPr>
            <a: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work version-controlled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446520"/>
            <a:ext cx="13716000" cy="457200"/>
          </a:xfrm>
          <a:prstGeom prst="roundRect">
            <a:avLst>
              <a:gd name="adj" fmla="val 5000"/>
            </a:avLst>
          </a:prstGeom>
          <a:solidFill>
            <a:srgbClr val="191E30"/>
          </a:solidFill>
          <a:ln w="12700">
            <a:solidFill>
              <a:srgbClr val="3C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464807"/>
            <a:ext cx="1335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"Instead of spending my morning building a sprint report, I asked Ona and had it in 3 minutes — with insights I would have missed."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675120"/>
            <a:ext cx="1335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— Product Owner, navify POC Operations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7909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Ona  |  AI-powered development environments  |  ona.com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All examples from a real session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