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BF5"/>
                </a:solidFill>
              </a:defRPr>
            </a:pPr>
            <a:r>
              <a:t>AI Toolkit for Product Owners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Tools we use daily and how they contribute to our workflow as POs in healthcare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2918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BF5"/>
                </a:solidFill>
              </a:defRPr>
            </a:pPr>
            <a:r>
              <a:t>Rovo + Jira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1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</a:defRPr>
            </a:pPr>
            <a:r>
              <a:t>Project Management &amp; AI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Atlassian AI assistant embedded in Jira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AI-powered search across all Jira projects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Smart issue summaries and sprint insights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Natural language queries on backlog and boards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Auto-suggest issue links and duplicates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60A5FA"/>
                </a:solidFill>
              </a:defRPr>
            </a:pPr>
            <a:r>
              <a:t>Value for PO:</a:t>
            </a:r>
          </a:p>
          <a:p>
            <a:pPr>
              <a:spcAft>
                <a:spcPts val="0"/>
              </a:spcAft>
              <a:defRPr sz="800" b="0">
                <a:solidFill>
                  <a:srgbClr val="94A3B8"/>
                </a:solidFill>
              </a:defRPr>
            </a:pPr>
            <a:r>
              <a:t>Reduces backlog grooming time by finding related issues, duplicates, and patterns across 400+ projects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09728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639" y="1097280"/>
            <a:ext cx="329184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BF5"/>
                </a:solidFill>
              </a:defRPr>
            </a:pPr>
            <a: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41731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D4BF"/>
                </a:solidFill>
              </a:defRPr>
            </a:pPr>
            <a:r>
              <a:t>AI Assistant (Google)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600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Google AI for analysis, writing, and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828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Draft user stories and acceptance criteria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Analyze competitor features and market trends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Summarize long meeting notes or documents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Generate stakeholder communication drafts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6974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2DD4BF"/>
                </a:solidFill>
              </a:defRPr>
            </a:pPr>
            <a:r>
              <a:t>Value for PO:</a:t>
            </a:r>
          </a:p>
          <a:p>
            <a:pPr>
              <a:spcAft>
                <a:spcPts val="0"/>
              </a:spcAft>
              <a:defRPr sz="800" b="0">
                <a:solidFill>
                  <a:srgbClr val="94A3B8"/>
                </a:solidFill>
              </a:defRPr>
            </a:pPr>
            <a:r>
              <a:t>Accelerates content creation — user stories, emails, and analysis that used to take hours now take minutes.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09728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097280"/>
            <a:ext cx="329184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BF5"/>
                </a:solidFill>
              </a:defRPr>
            </a:pPr>
            <a:r>
              <a:t>NotebookLM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41731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923C"/>
                </a:solidFill>
              </a:defRPr>
            </a:pPr>
            <a:r>
              <a:t>Document Intelligence (Google)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600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AI that reads and reasons over your uploaded 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828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Upload User Guides, specs, regulatory docs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Ask questions and get sourced answers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Cross-reference multiple documents at once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Generate summaries of 300+ page manuals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6974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FB923C"/>
                </a:solidFill>
              </a:defRPr>
            </a:pPr>
            <a:r>
              <a:t>Value for PO:</a:t>
            </a:r>
          </a:p>
          <a:p>
            <a:pPr>
              <a:spcAft>
                <a:spcPts val="0"/>
              </a:spcAft>
              <a:defRPr sz="800" b="0">
                <a:solidFill>
                  <a:srgbClr val="94A3B8"/>
                </a:solidFill>
              </a:defRPr>
            </a:pPr>
            <a:r>
              <a:t>Turns static PDFs into a searchable knowledge base. No more digging through pages to find one parameter definition.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18520" y="109728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018520" y="1097280"/>
            <a:ext cx="32918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BF5"/>
                </a:solidFill>
              </a:defRPr>
            </a:pPr>
            <a:r>
              <a:t>Figma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141731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472B6"/>
                </a:solidFill>
              </a:defRPr>
            </a:pPr>
            <a:r>
              <a:t>Design &amp; Prototyping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1600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Collaborative UI/UX design tool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1828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Review and comment on UI mockups directly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Validate designs against user stories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Share interactive prototypes with stakeholders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Track design iterations and feedback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26974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F472B6"/>
                </a:solidFill>
              </a:defRPr>
            </a:pPr>
            <a:r>
              <a:t>Value for PO:</a:t>
            </a:r>
          </a:p>
          <a:p>
            <a:pPr>
              <a:spcAft>
                <a:spcPts val="0"/>
              </a:spcAft>
              <a:defRPr sz="800" b="0">
                <a:solidFill>
                  <a:srgbClr val="94A3B8"/>
                </a:solidFill>
              </a:defRPr>
            </a:pPr>
            <a:r>
              <a:t>PO can validate UX before development starts, reducing rework. Visual alignment between design and requirements.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6052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160520"/>
            <a:ext cx="329184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2519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BF5"/>
                </a:solidFill>
              </a:defRPr>
            </a:pPr>
            <a:r>
              <a:t>Make (Integromat)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48055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84FC"/>
                </a:solidFill>
              </a:defRPr>
            </a:pPr>
            <a:r>
              <a:t>No-Code Automation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663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Visual workflow automation connecting apps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892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Auto-sync Jira issues with Slack notifications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Generate weekly sprint reports automatically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Connect Jira to Confluence for auto-documentation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Trigger alerts when blockers are detected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760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C084FC"/>
                </a:solidFill>
              </a:defRPr>
            </a:pPr>
            <a:r>
              <a:t>Value for PO:</a:t>
            </a:r>
          </a:p>
          <a:p>
            <a:pPr>
              <a:spcAft>
                <a:spcPts val="0"/>
              </a:spcAft>
              <a:defRPr sz="800" b="0">
                <a:solidFill>
                  <a:srgbClr val="94A3B8"/>
                </a:solidFill>
              </a:defRPr>
            </a:pPr>
            <a:r>
              <a:t>Eliminates repetitive manual tasks. Sprint reports, status updates, and notifications run on autopilot.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77639" y="416052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77639" y="4160520"/>
            <a:ext cx="32918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42519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BF5"/>
                </a:solidFill>
              </a:defRPr>
            </a:pPr>
            <a:r>
              <a:t>Ona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48055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</a:defRPr>
            </a:pPr>
            <a:r>
              <a:t>AI Development Environment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663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AI agent that codes, integrates, and analyzes in secure environments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892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Build integrations without writing code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Query Jira in natural language, get visual reports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Search product docs and answer team questions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Generate presentation-ready slides from live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760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A78BFA"/>
                </a:solidFill>
              </a:defRPr>
            </a:pPr>
            <a:r>
              <a:t>Value for PO:</a:t>
            </a:r>
          </a:p>
          <a:p>
            <a:pPr>
              <a:spcAft>
                <a:spcPts val="0"/>
              </a:spcAft>
              <a:defRPr sz="800" b="0">
                <a:solidFill>
                  <a:srgbClr val="94A3B8"/>
                </a:solidFill>
              </a:defRPr>
            </a:pPr>
            <a:r>
              <a:t>The only tool where a PO can build a full Jira API integration, analyze a sprint, and review terminology — in one session.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416052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8079" y="4160520"/>
            <a:ext cx="32918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42519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BF5"/>
                </a:solidFill>
              </a:defRPr>
            </a:pPr>
            <a:r>
              <a:t>Confluence +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448055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4D399"/>
                </a:solidFill>
              </a:defRPr>
            </a:pPr>
            <a:r>
              <a:t>Knowledge Management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4663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Team wiki with AI-powered search and drafting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892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AI-assisted page creation from templates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Smart search across all team documentation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Auto-generate meeting notes and action items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Link documentation to Jira epics and stories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5760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34D399"/>
                </a:solidFill>
              </a:defRPr>
            </a:pPr>
            <a:r>
              <a:t>Value for PO:</a:t>
            </a:r>
          </a:p>
          <a:p>
            <a:pPr>
              <a:spcAft>
                <a:spcPts val="0"/>
              </a:spcAft>
              <a:defRPr sz="800" b="0">
                <a:solidFill>
                  <a:srgbClr val="94A3B8"/>
                </a:solidFill>
              </a:defRPr>
            </a:pPr>
            <a:r>
              <a:t>Single source of truth for product decisions. AI helps keep docs current and findable instead of stale and buried.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18520" y="416052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018520" y="4160520"/>
            <a:ext cx="329184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55680" y="42519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BF5"/>
                </a:solidFill>
              </a:defRPr>
            </a:pPr>
            <a:r>
              <a:t>Slack + 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448055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</a:defRPr>
            </a:pPr>
            <a:r>
              <a:t>Communication &amp; Summaries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4663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Team messaging with AI thread summaries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4892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AI summaries of long channel discussions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Catch up on missed conversations quickly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Search across channels for past decisions</a:t>
            </a:r>
          </a:p>
          <a:p>
            <a:pPr>
              <a:spcAft>
                <a:spcPts val="100"/>
              </a:spcAft>
              <a:defRPr sz="900" b="0">
                <a:solidFill>
                  <a:srgbClr val="E6EBF5"/>
                </a:solidFill>
              </a:defRPr>
            </a:pPr>
            <a:r>
              <a:t>&gt;  Integrate with Jira for real-time updates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5760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FBBF24"/>
                </a:solidFill>
              </a:defRPr>
            </a:pPr>
            <a:r>
              <a:t>Value for PO:</a:t>
            </a:r>
          </a:p>
          <a:p>
            <a:pPr>
              <a:spcAft>
                <a:spcPts val="0"/>
              </a:spcAft>
              <a:defRPr sz="800" b="0">
                <a:solidFill>
                  <a:srgbClr val="94A3B8"/>
                </a:solidFill>
              </a:defRPr>
            </a:pPr>
            <a:r>
              <a:t>Never miss a decision buried in a thread. AI summaries turn 100-message discussions into 5-line takeaways.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7223759"/>
            <a:ext cx="13716000" cy="777240"/>
          </a:xfrm>
          <a:prstGeom prst="roundRect">
            <a:avLst>
              <a:gd name="adj" fmla="val 6000"/>
            </a:avLst>
          </a:prstGeom>
          <a:solidFill>
            <a:srgbClr val="191E30"/>
          </a:solidFill>
          <a:ln w="12700">
            <a:solidFill>
              <a:srgbClr val="3C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7269479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BF5"/>
                </a:solidFill>
              </a:defRPr>
            </a:pPr>
            <a:r>
              <a:t>How They Work Together — A Typical PO Day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745235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Slack 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7635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catch up on</a:t>
            </a:r>
            <a:br/>
            <a:r>
              <a:t>overnight threads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31720" y="7543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51760" y="745235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Rovo + Jira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1760" y="7635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check sprint status</a:t>
            </a:r>
            <a:br/>
            <a:r>
              <a:t>&amp; blockers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51960" y="7543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745235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78BFA"/>
                </a:solidFill>
              </a:defRPr>
            </a:pPr>
            <a:r>
              <a:t>Ona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7635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generate sprint</a:t>
            </a:r>
            <a:br/>
            <a:r>
              <a:t>report slide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7543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745235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923C"/>
                </a:solidFill>
              </a:defRPr>
            </a:pPr>
            <a:r>
              <a:t>NotebookLM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0" y="7635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answer team question</a:t>
            </a:r>
            <a:br/>
            <a:r>
              <a:t>from User Guide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2440" y="7543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745235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72B6"/>
                </a:solidFill>
              </a:defRPr>
            </a:pPr>
            <a:r>
              <a:t>Figma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80" y="7635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review new</a:t>
            </a:r>
            <a:br/>
            <a:r>
              <a:t>UI mockups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12680" y="7543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32719" y="745235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Gemini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32719" y="7635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draft user stories</a:t>
            </a:r>
            <a:br/>
            <a:r>
              <a:t>for next sprint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932919" y="7543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&gt;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252959" y="745235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Make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252959" y="7635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auto-send weekly</a:t>
            </a:r>
            <a:br/>
            <a:r>
              <a:t>report to stakeholders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7909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6077"/>
                </a:solidFill>
              </a:defRPr>
            </a:pPr>
            <a:r>
              <a:t>AI Toolkit for POs  |  Healthcare Product Management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0" y="7909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6077"/>
                </a:solidFill>
              </a:defRPr>
            </a:pPr>
            <a:r>
              <a:t>navify POC Operations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