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54864" cy="5029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BF5"/>
                </a:solidFill>
              </a:defRPr>
            </a:pPr>
            <a:r>
              <a:t>Release 3.5.0 — Sprint 4 &amp; 5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nPOCOs / PI-07  |  fixVersion = nPOCOs_3.5.0  |  19 items total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28016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084FC"/>
                </a:solidFill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Total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1051560"/>
            <a:ext cx="128016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10698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4D399"/>
                </a:solidFill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3716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Stories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051560"/>
            <a:ext cx="128016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0698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87171"/>
                </a:solidFill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3716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mDefects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051560"/>
            <a:ext cx="128016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0698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0A5F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3716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Tasks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051560"/>
            <a:ext cx="128016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0698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4D399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3716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Done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051560"/>
            <a:ext cx="640080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0698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EBF5"/>
                </a:solidFill>
              </a:defRPr>
            </a:pPr>
            <a:r>
              <a:t>Status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280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</a:defRPr>
            </a:pPr>
            <a:r>
              <a:t>Done: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1280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D4BF"/>
                </a:solidFill>
              </a:defRPr>
            </a:pPr>
            <a:r>
              <a:t>Implemented: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1280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</a:defRPr>
            </a:pPr>
            <a:r>
              <a:t>Testing: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7856" y="1280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923C"/>
                </a:solidFill>
              </a:defRPr>
            </a:pPr>
            <a:r>
              <a:t>Ready for Test: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1280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</a:defRPr>
            </a:pPr>
            <a:r>
              <a:t>In Progress: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0" y="1280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84FC"/>
                </a:solidFill>
              </a:defRPr>
            </a:pPr>
            <a:r>
              <a:t>Ready for Dev: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91872" y="1280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Created: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96544" y="1280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7171"/>
                </a:solidFill>
              </a:defRPr>
            </a:pPr>
            <a:r>
              <a:t>To Do: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920240"/>
            <a:ext cx="1371600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1920240"/>
            <a:ext cx="1371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2029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Stories (8)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3317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23317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23317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Assignee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2331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Summary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23317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Sprint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23317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Description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514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</a:defRPr>
            </a:pPr>
            <a:r>
              <a:t>Sprint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2697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NPOCO-25623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2697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4D399"/>
                </a:solidFill>
              </a:defRPr>
            </a:pPr>
            <a:r>
              <a:t>Done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2697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Luis Acedo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2697480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[I5] Sync ADM Device Configuration settings into POC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269748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Import device configs from external JSON via POST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28986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NPOCO-26395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28986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4D399"/>
                </a:solidFill>
              </a:defRPr>
            </a:pPr>
            <a:r>
              <a:t>Done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28986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Luis Acedo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2898648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Enhance Device.List endpoint to include EAP settings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289864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Add EAP data to Device.List endpoint for ADM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3099816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NPOCO-26251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3099816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</a:defRPr>
            </a:pPr>
            <a:r>
              <a:t>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3099816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A. López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3099816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[I4] Post device updates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3099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Auto-sync device create/update from ADM to POCM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33009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NPOCO-25966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37360" y="33009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</a:defRPr>
            </a:pPr>
            <a:r>
              <a:t>Ready for Test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4640" y="33009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I. Herranz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920" y="3300984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External Connection Monitoring widget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330098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Landing page widget showing all external system connect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350215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NPOCO-26730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37360" y="350215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A5FA"/>
                </a:solidFill>
              </a:defRPr>
            </a:pPr>
            <a:r>
              <a:t>In Progress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34640" y="350215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D. Mendez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31920" y="3502152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Inbound external connection status implementation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35021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Monitor incoming connections from HIS/LIS systems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370332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NPOCO-25965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37360" y="370332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84FC"/>
                </a:solidFill>
              </a:defRPr>
            </a:pPr>
            <a:r>
              <a:t>Ready for Dev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34640" y="370332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D. Mendez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31920" y="3703320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Outbound external connection status implementation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0" y="370332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Monitor unsent patient/QC results to external systems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390448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NPOCO-25964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37360" y="390448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84FC"/>
                </a:solidFill>
              </a:defRPr>
            </a:pPr>
            <a:r>
              <a:t>Ready for Dev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34640" y="390448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D. Kavicki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904488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Update license importer flow to add sites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61120" y="390448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Transition to Site Count licensing model via WIBU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4105656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NPOCO-26672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37360" y="4105656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84FC"/>
                </a:solidFill>
              </a:defRPr>
            </a:pPr>
            <a:r>
              <a:t>Ready for Dev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34640" y="4105656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D. Kavicki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31920" y="4105656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POCM changes to limit adding new sites (WIBU)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61120" y="410565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Block site creation when license limit is reached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43982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923C"/>
                </a:solidFill>
              </a:defRPr>
            </a:pPr>
            <a:r>
              <a:t>Sprint 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458114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NPOCO-26675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37360" y="458114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Created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34640" y="458114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Unassigned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31920" y="4581144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Multi-source alarm logic based on User Settings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61120" y="458114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Custom alarm thresholds for external connection status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" y="478231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NPOCO-26676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37360" y="478231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Created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834640" y="478231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Unassigned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31920" y="4782312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Display Import Errors for LMS and Operator Files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61120" y="478231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Show error counts for LMS/Operator imports in widget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7200" y="4892040"/>
            <a:ext cx="667512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57200" y="4892040"/>
            <a:ext cx="6675120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5001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</a:defRPr>
            </a:pPr>
            <a:r>
              <a:t>mDefects (6)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" y="5303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</a:defRPr>
            </a:pPr>
            <a:r>
              <a:t>Key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37360" y="5303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</a:defRPr>
            </a:pPr>
            <a:r>
              <a:t>Status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34640" y="5303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</a:defRPr>
            </a:pPr>
            <a:r>
              <a:t>Assignee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31920" y="53035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</a:defRPr>
            </a:pPr>
            <a:r>
              <a:t>Summary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0080" y="553212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NPOCO-12085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37360" y="553212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</a:defRPr>
            </a:pPr>
            <a:r>
              <a:t>Implemented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34640" y="553212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Emma Reig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31920" y="5532120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Default password shows encrypted string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0080" y="573328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NPOCO-25317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737360" y="573328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</a:defRPr>
            </a:pPr>
            <a:r>
              <a:t>Implemented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34640" y="573328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R. Arantes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733288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Wi-Fi passwords stored in plain text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934455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NPOCO-26098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37360" y="5934455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</a:defRPr>
            </a:pPr>
            <a:r>
              <a:t>Implemented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34640" y="5934455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I. Herranz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31920" y="5934455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Redundant client verification on rerouting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" y="6135623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NPOCO-26220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737360" y="6135623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</a:defRPr>
            </a:pPr>
            <a:r>
              <a:t>Implemented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834640" y="6135623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D. Kavicki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31920" y="6135623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AccuChek reagent list rejected (mmol/L)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" y="6336791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NPOCO-25840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737360" y="6336791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7171"/>
                </a:solidFill>
              </a:defRPr>
            </a:pPr>
            <a:r>
              <a:t>To Do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34640" y="6336791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Emma Reig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931920" y="6336791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Rapid log file growth / disk exhaustion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0080" y="6537959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NPOCO-25913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737360" y="6537959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7171"/>
                </a:solidFill>
              </a:defRPr>
            </a:pPr>
            <a:r>
              <a:t>To Do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834640" y="6537959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Emma Reig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931920" y="6537959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Encoding mismatch in device cert notification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269480" y="4892040"/>
            <a:ext cx="690372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269480" y="4892040"/>
            <a:ext cx="690372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452360" y="5001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</a:defRPr>
            </a:pPr>
            <a:r>
              <a:t>Tasks (3)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52360" y="5303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</a:defRPr>
            </a:pPr>
            <a:r>
              <a:t>Key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49640" y="5303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</a:defRPr>
            </a:pPr>
            <a:r>
              <a:t>Status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646920" y="5303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</a:defRPr>
            </a:pPr>
            <a:r>
              <a:t>Assignee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744200" y="53035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</a:defRPr>
            </a:pPr>
            <a:r>
              <a:t>Summary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52360" y="553212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NPOCO-26180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549640" y="553212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4D399"/>
                </a:solidFill>
              </a:defRPr>
            </a:pPr>
            <a:r>
              <a:t>Done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46920" y="553212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I. Herranz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744200" y="55321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Terminology updates (completed batch)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452360" y="573328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NPOCO-26513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549640" y="573328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Created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646920" y="573328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Unassigned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744200" y="5733288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Terminology updates (pending batch)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452360" y="5934455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NPOCO-26786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549640" y="5934455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7171"/>
                </a:solidFill>
              </a:defRPr>
            </a:pPr>
            <a:r>
              <a:t>To Do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646920" y="5934455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Unassigned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744200" y="5934455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BF5"/>
                </a:solidFill>
              </a:defRPr>
            </a:pPr>
            <a:r>
              <a:t>ADM bug: Wrong formatting GetAllConfiguration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52360" y="626364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84FC"/>
                </a:solidFill>
              </a:defRPr>
            </a:pPr>
            <a:r>
              <a:t>Key Themes in 3.5.0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543800" y="6428231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&gt; External Connection Monitoring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332720" y="6428231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4 stories — widget, inbound, outbound, alarms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543800" y="6592823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&gt; ADM Integration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332720" y="6592823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3 stories — sync devices, post updates, EAP settings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543800" y="6757415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&gt; WIBU Licensing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332720" y="6757415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2 stories — site count model, limit enforcement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543800" y="6922007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&gt; Security Fixes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32720" y="6922007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2 mDefects — password exposure, Wi-Fi plain text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543800" y="708659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BF5"/>
                </a:solidFill>
              </a:defRPr>
            </a:pPr>
            <a:r>
              <a:t>&gt; Terminology &amp; UX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332720" y="7086599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2 tasks — string corrections across the app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57200" y="79095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6077"/>
                </a:solidFill>
              </a:defRPr>
            </a:pPr>
            <a:r>
              <a:t>Source: navify.atlassian.net  |  fixVersion = nPOCOs_3.5.0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144000" y="79095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6077"/>
                </a:solidFill>
              </a:defRPr>
            </a:pPr>
            <a:r>
              <a:t>Generated April 2026  |  nPOCOs PI-07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