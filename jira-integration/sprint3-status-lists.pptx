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BF5"/>
                </a:solidFill>
              </a:defRPr>
            </a:pPr>
            <a:r>
              <a:t>Completed Items — Sprint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nPOCOs / PI-07 / Sprint-3  |  14 Apr — 27 Apr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0" y="274320"/>
            <a:ext cx="1828800" cy="5943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0" y="292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</a:defRPr>
            </a:pPr>
            <a: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0" y="5669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Items 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6675120" cy="274320"/>
          </a:xfrm>
          <a:prstGeom prst="roundRect">
            <a:avLst>
              <a:gd name="adj" fmla="val 3000"/>
            </a:avLst>
          </a:prstGeom>
          <a:solidFill>
            <a:srgbClr val="192334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0241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0241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Assignee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0241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Summary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005840"/>
            <a:ext cx="6766560" cy="274320"/>
          </a:xfrm>
          <a:prstGeom prst="roundRect">
            <a:avLst>
              <a:gd name="adj" fmla="val 3000"/>
            </a:avLst>
          </a:prstGeom>
          <a:solidFill>
            <a:srgbClr val="192334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0241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0241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0241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Assignee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10241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325880"/>
            <a:ext cx="658368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NPOCO-25623  |  Story  |  Luis Acedo Galea  |  [I5] Sync ADM Device Configuration setting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NPOCO-26395  |  Story  |  Luis Acedo Galea  |  Enhance Device.List endpoint to include EA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NPOCO-26264  |  Story  |  Constanza Jacoby  |  LP bundle - Testing First bundle 1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NPOCO-26257  |  Spike  |  Dean Kavicki  |  Outgoing External Connection Status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NPOCO-26506  |  Spike  |  Rafael Arantes  |  Pre-analysis for upgrading Frontend to Lat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NPOCO-26493  |  Task  |  Unassigned  |  Upgrade new server to version 3.4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NPOCO-26591  |  Sub-tas  |  Luis Acedo Galea  |  Modify Adapter Device.List to include EAP 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NPOCO-26616  |  Sub-tas  |  Daniel Ortega  |  [QA] Exploratory test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NPOCO-26657  |  Sub-tas  |  Luis Acedo Galea  |  Update documentation, Wiki, and API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NPOCO-26702  |  Sub-tas  |  Luis Acedo Galea  |  Create USP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NPOCO-26519  |  Sub-tas  |  Enric Rocabert  |  Set up meeting with Maria - documentation 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NPOCO-26520  |  Sub-tas  |  Constanza Jacoby  |  Create test plan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NPOCO-26521  |  Sub-tas  |  Constanza Jacoby  |  Create test execution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NPOCO-26522  |  Sub-tas  |  Daniel Ortega  |  Execute manual test for Spanish LP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NPOCO-26524  |  Sub-tas  |  Constanza Jacoby  |  Execute manual test for Italian LP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NPOCO-26526  |  Sub-tas  |  Constanza Jacoby  |  Create containers in SAP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NPOCO-26557  |  Sub-tas  |  Constanza Jacoby  |  [QA] Create First document (Preparation) f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NPOCO-26563  |  Sub-tas  |  Constanza Jacoby  |  Review new template for LPs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NPOCO-26631  |  Sub-tas  |  Constanza Jacoby  |  [QA] Check fix in LPs removing dll in adap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NPOCO-26646  |  Sub-tas  |  Constanza Jacoby  |  Send Preparation doc for review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NPOCO-26592  |  Sub-tas  |  Alejandro López  |  [DEV] Adapter implementation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NPOCO-26594  |  Sub-tas  |  Alejandro López  |  [DEV] Proposal JSON and possible responses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NPOCO-26595  |  Sub-tas  |  Alejandro López  |  [DEV] Exploratory tests with postman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NPOCO-26671  |  Sub-tas  |  Alejandro López  |  [DEV] Adapter unit tests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NPOCO-26622  |  Sub-tas  |  Iván Herranz  |  [FE] External data exchange table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NPOCO-26623  |  Sub-tas  |  Julian Scerra  |  [FE] Settings modal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NPOCO-26625  |  Sub-tas  |  Iván Herranz  |  [FE] Services and mock data for EDET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NPOCO-26726  |  Sub-tas  |  Julian Scerra  |  [FE] Settings modal changes in LMS and Ope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NPOCO-26655  |  Sub-tas  |  Constanza Jacoby  |  Execute manual test for Portuguese LP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NPOCO-26617  |  Sub-tas  |  Sandra Vinas  |  Create and update Document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NPOCO-26618  |  Sub-tas  |  Luis Acedo Galea  |  Support update document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NPOCO-26661  |  Sub-tas  |  Agustín Berbegal  |  Update Wiki SAD for 3.5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NPOCO-26662  |  Sub-tas  |  Agustín Berbegal  |  Send document for review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NPOCO-26540  |  Sub-tas  |  Agustín Berbegal  |  [Adapter] Investigate and Fix IQToolkit qu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NPOCO-26541  |  Sub-tas  |  Agustín Berbegal  |  [Adapter] Central package mgmt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NPOCO-26542  |  Sub-tas  |  Agustín Berbegal  |  [Adapter] Central static code analysis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NPOCO-26648  |  Sub-tas  |  David Mendez  |  [BE] Daemon implementation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NPOCO-26649  |  Sub-tas  |  David Mendez  |  [BE] Enable daemon from iService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325880"/>
            <a:ext cx="667512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NPOCO-26666  |  Sub-tas  |  Enric Viñas Mas  |  Remove all nLab references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NPOCO-26665  |  Sub-tas  |  Enric Viñas Mas  |  Simplify/Clean Repository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NPOCO-26573  |  Sub-tas  |  Unassigned  |  [I5] Sync ADM - Endpoint documentation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NPOCO-26476  |  Sub-tas  |  Daniel Ortega  |  Fix some UI tests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NPOCO-26514  |  Sub-tas  |  Javier Cabo Roca  |  Investigate/Fix Broken UI tests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NPOCO-26644  |  Sub-tas  |  Luis Acedo Galea  |  Update Sprint.resx with missing labels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NPOCO-26537  |  Sub-tas  |  Rafael Arantes  |  [FE] User assistance not showing same as F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NPOCO-25885  |  Sub-tas  |  Luis Acedo Galea  |  Create IRIS unit test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NPOCO-25888  |  Sub-tas  |  Alejandro López  |  [DEV] Add API call to wiki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NPOCO-25889  |  Sub-tas  |  Luis Acedo Galea  |  [DEV] Determine error messages to return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NPOCO-25883  |  Sub-tas  |  Luis Acedo Galea  |  Create IRIS Webservice to import device co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NPOCO-26436  |  Sub-tas  |  Luis Acedo Galea  |  Check RB Configuration Process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NPOCO-25884  |  Sub-tas  |  Alejandro López  |  [DEV] Create adapter API entry to import d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NPOCO-26491  |  Sub-tas  |  Alejandro López  |  [DEV] Adapter tests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NPOCO-26559  |  Sub-tas  |  Luis Acedo Galea  |  Adapter Test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NPOCO-25882  |  Sub-tas  |  Javier Cabo Roca  |  [QA] Create automated system tests using a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NPOCO-25886  |  Sub-tas  |  Javier Cabo Roca  |  [QA] Run system tests and upload results t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NPOCO-25887  |  Sub-tas  |  Alejandro López  |  Exploratory test with postman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NPOCO-25850  |  Sub-tas  |  Unassigned  |  Definition of Done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NPOCO-26334  |  Sub-tas  |  Alejandro López  |  [DEV] Update document TLMS, Wiki, API, USD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NPOCO-26511  |  Sub-tas  |  Luis Acedo Galea  |  Adapter PR Review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NPOCO-26535  |  Sub-tas  |  Luis Acedo Galea  |  IRIS Exploratory Test With New Install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NPOCO-26606  |  Sub-tas  |  Luis Acedo Galea  |  "Last change" column not changing after ed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NPOCO-26619  |  Sub-tas  |  Luis Acedo Galea  |  Not importing devices as "Inactive", alway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NPOCO-26620  |  Sub-tas  |  Luis Acedo Galea  |  Always imports configurations as Default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NPOCO-26621  |  Sub-tas  |  Luis Acedo Galea  |  Always imports configurations as InsTypesL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NPOCO-26653  |  Sub-tas  |  Luis Acedo Galea  |  Adapter validation of Status and Default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NPOCO-26667  |  Sub-tas  |  Dean Kavicki  |  PR review IRIS code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NPOCO-26670  |  Sub-tas  |  Luis Acedo Galea  |  Update IRIS Test with Finding cases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NPOCO-26504  |  Sub-tas  |  Dean Kavicki  |  Analysis of the workflows and prototyping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NPOCO-26635  |  Sub-tas  |  Dean Kavicki  |  Meeting with Joerg to clarify the doubts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NPOCO-26312  |  Sub-tas  |  Unassigned  |  Definition of Done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NPOCO-26581  |  Sub-tas  |  Javier Cabo Roca  |  Definition of Done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NPOCO-26599  |  Sub-tas  |  Javier Cabo Roca  |  Upgrade to 3.4.0 Foundation and NPOCOs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NPOCO-26600  |  Sub-tas  |  Javier Cabo Roca  |  Create Backup for 3.4.0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NPOCO-26628  |  Sub-tas  |  Javier Cabo Roca  |  Copy necessary things from old server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NPOCO-26601  |  Sub-tas  |  Javier Cabo Roca  |  Create schedule task to refresh data every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NPOCO-26590  |  Sub-tas  |  Unassigned  |  Definition of Done</a:t>
            </a:r>
          </a:p>
          <a:p>
            <a:pPr>
              <a:spcAft>
                <a:spcPts val="100"/>
              </a:spcAft>
              <a:defRPr sz="800" b="0">
                <a:solidFill>
                  <a:srgbClr val="94A3B8"/>
                </a:solidFill>
              </a:defRPr>
            </a:pPr>
            <a:r>
              <a:t>NPOCO-26632  |  Sub-tas  |  Unassigned  |  Analysis of upgrade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79095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6077"/>
                </a:solidFill>
              </a:defRPr>
            </a:pPr>
            <a:r>
              <a:t>Source: navify.atlassian.net  |  nPOCOs/PI-07/Sprint-3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79095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6077"/>
                </a:solidFill>
              </a:defRPr>
            </a:pPr>
            <a:r>
              <a:t>Generated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54864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BF5"/>
                </a:solidFill>
              </a:defRPr>
            </a:pPr>
            <a:r>
              <a:t>In Progress Items — Sprint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nPOCOs / PI-07 / Sprint-3  |  14 Apr — 27 Apr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0" y="274320"/>
            <a:ext cx="1828800" cy="5943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0" y="292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</a:defRPr>
            </a:pPr>
            <a: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0" y="5669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In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13716000" cy="320040"/>
          </a:xfrm>
          <a:prstGeom prst="roundRect">
            <a:avLst>
              <a:gd name="adj" fmla="val 3000"/>
            </a:avLst>
          </a:prstGeom>
          <a:solidFill>
            <a:srgbClr val="192334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42415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</a:defRPr>
            </a:pPr>
            <a:r>
              <a:t>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04241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</a:defRPr>
            </a:pPr>
            <a: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04241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</a:defRPr>
            </a:pPr>
            <a: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04241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</a:defRPr>
            </a:pPr>
            <a:r>
              <a:t>Assignee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042415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</a:defRPr>
            </a:pPr>
            <a:r>
              <a:t>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417320"/>
            <a:ext cx="1362456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NPOCO-26395     Story      Testing        Luis Acedo Galea        Enhance Device.List endpoint to include EAP settings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NPOCO-26264     Story      In Progress    Constanza Jacoby        LP bundle - Testing First bundle 1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NPOCO-26251     Story      In Progress    Alejandro López         [I4] Post device updates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NPOCO-26263     Story      In Progress    Unassigned              LP bundle - Testing First bundle part 2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NPOCO-25966     Story      In Progress    Iván Herranz            External Connection Monitoring widget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NPOCO-26423     Spike      In Progress    Dean Kavicki            Incoming External Connection Status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NPOCO-26240     Task       In Progress    Rafael Arantes          Upgrade Frontend to Latest Angular and Library Versions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NPOCO-26268     Task       In Progress    Agustín Berbegall       nPOCOS 3.5.0 - Software Architecture Document [24th Apr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NPOCO-26575     Task       In Progress    Unassigned              [Adapter containerization] workflow migration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NPOCO-26638     Task       In Progress    David Mendez            Bridge IRIS Global Results to RabbitMQ Domain Events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NPOCO-26639     Task       In Progress    Enric Viñas Mas         Enable Result Event Flow from POCM to NAVIFY via XDIL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NPOCO-26566     Task       In Progress    Unassigned              DevOps nPOCOs/PI-07/Sprint-3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NPOCO-26571     Task       In Progress    Unassigned              QA management PI-07/Sprint-3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NPOCO-26570     Task       In Progress    Unassigned              Process and Improvements PI-07/Sprint-3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NPOCO-26567     Task       In Progress    Unassigned              Testing Findings PI-07/Sprint-3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NPOCO-26568     Task       In Progress    Unassigned              mDefects investigation PI-07/Sprint-3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NPOCO-26615     Sub-task   In Progress    Daniel Ortega           [QA] Create system test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NPOCO-26658     Sub-task   In Progress    Luis Acedo Galea        Update Device List Unit Test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NPOCO-26669     Sub-task   In Progress    Luis Acedo Galea        Adapter Test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NPOCO-26647     Sub-task   In Progress    Constanza Jacoby        [QA] Upload Preparation doc to SAP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NPOCO-26596     Sub-task   In Progress    Alejandro López         [DEV] Adapter test(s)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NPOCO-26603     Sub-task   In Progress    Daniel Ortega           [QA] Create automated System test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NPOCO-26692     Sub-task   In Progress    Alejandro López         [DEV] Update document TLMS, Wiki, API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NPOCO-26597     Sub-task   In Progress    Dean Kavicki            Workflows analysis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NPOCO-26679     Sub-task   In Progress    Unassigned              Update @angular/* packages and typescript to v21/5.9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NPOCO-26680     Sub-task   In Progress    Unassigned              Resolve strict type-checking errors from TypeScript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NPOCO-26624     Sub-task   In Progress    Iván Herranz            [FE] Connection details modal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NPOCO-26668     Sub-task   In Progress    Julian Scerra           [FE] Services and mock data for Settings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NPOCO-26683     Sub-task   In Progress    Constanza Jacoby        Execute manual test for Chinese (simplified) LP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NPOCO-26586     Sub-task   In Progress    Unassigned              Upload to SAP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NPOCO-26700     Sub-task   In Progress    Agustín Berbegall       Make requested changes to SAD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NPOCO-26544     Sub-task   In Progress    Agustín Berbegall       [Adapter] Central build props definition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NPOCO-26659     Sub-task   In Progress    David Mendez            [BE] Generate result event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NPOCO-26660     Sub-task   In Progress    David Mendez            [BE] Test end to end (Result event → RabbitMQ)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NPOCO-26678     Sub-task   In Progress    David Mendez            [BE] Add pika to Foundation installer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NPOCO-26664     Sub-task   In Progress    Enric Viñas Mas         Implement Radid custom SDK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NPOCO-26703     Sub-task   In Progress    Enric Viñas Mas         Fix tests from runtime module (testcontainers) with new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NPOCO-26530     Sub-task   In Progress    Javier Cabo Roca        [Android] Migrate tablets to emulators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NPOCO-26698     Sub-task   In Progress    Javier Cabo Roca        [iOS] Migrate tablets to emulators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NPOCO-26729     Sub-task   In Progress    Luis Acedo Galea        [DEV] Merge Adapter Unit Test from excluded files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NPOCO-26569     Sub-task   In Progress    Luis Acedo Galea        [DEV] TRR Alarm Investigation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9095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6077"/>
                </a:solidFill>
              </a:defRPr>
            </a:pPr>
            <a:r>
              <a:t>Source: navify.atlassian.net  |  nPOCOs/PI-07/Sprint-3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79095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6077"/>
                </a:solidFill>
              </a:defRPr>
            </a:pPr>
            <a:r>
              <a:t>Generated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